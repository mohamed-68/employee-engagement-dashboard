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9586-76C0-23E3-1CA6-43C27DA95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DAF35-F8D6-8CC7-244A-765963E5F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3E02E-587A-83A9-3720-BA1EA485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32938-B4FD-F9C4-8C85-15CA1614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B4645-4E54-09C9-2445-20614267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59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6D40-7CD6-6351-C9C3-D1EB9FD4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E7F1B-1212-375A-4A27-93BE2CAF9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70F6D-A874-3666-7817-EEBDF40C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4241C-5E2D-14FC-9EAC-0B0F1313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41DE9-7CF2-8D03-660F-215CFD20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3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55E1-A4AD-3743-FA32-90FFDB08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696C4-375B-365D-9379-710D974E2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2D596-6160-D843-9877-0BD567F7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5F28C-318F-457A-2E30-3C54E3C9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96A7A-070F-39E0-BA5C-C3178BDA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3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8ABF-8917-E021-41B0-804DBB84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375CD-1CF1-043E-E8BB-9D3C70D58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3B739-A9BE-1876-4267-9E1F0DF5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BB3CB-86D0-961F-DD43-4A2E2C45D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38B37-94DA-A524-B165-70D371E0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51628-DA21-E8FD-9322-8277CC6F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0C681-D3A8-D88D-E435-BA92C2717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15FA1-A4C3-2BBC-08C4-07ABC9663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D0284-50A7-BA49-A4B2-D219C9092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CE062-E147-0B28-555D-38A6AC0CB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D4D32-0315-9649-EEB3-D2FBE3030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AA49F2-CC28-4F2C-98B8-E2B681885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BDFAE-661A-7898-6C62-9834CAB3E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C37F6-9CFC-92BC-70BC-3D13A060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4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1285-EDBE-2D33-3729-FE48C3E01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1610F-82F1-0245-EB33-7236735B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56727-9DB9-B915-3DD7-22E90BB3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382F2-A7CB-794E-3E9E-727FC665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6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BBA77D-C8BE-1D4B-6CE6-D6DD88C6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C05B9-49FF-91D2-0642-EC9B2836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3E843-D7C7-D8A8-DCBB-7D1837EF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8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01B4-84B3-95F7-DEC6-3926FF7F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364D-9157-93AD-15B9-A5DD4EE44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FE88B-1DFC-9BD3-78FE-7231CF6B8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5B933-5095-B989-4236-7925656B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8F136-EB02-0157-6061-879796CA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136B1-E129-5110-3DBE-132165C9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8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E40A-3F3D-4492-1BB6-5BF5F068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3462B-5054-16C1-3D49-AFC643FD5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2A777-7070-D794-0028-D60576EEA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C5641-D274-8E24-6E96-C1DF5BB5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13C48-49F4-7EDB-FB50-B762C4EB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828FF-7A34-30A9-39E0-300A75CF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2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3B62-7E40-BBDC-8E37-21FAE711E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77A59-E600-A7EB-951D-5B4DBFC5E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74D71-AC4A-0BC2-A6AE-B6D6BF62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16DC0-8D11-9370-335E-A713F269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5A688-B6B7-AC8A-E83F-E316703F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72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113830-217A-0583-5011-CB465F72F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83AC5-F3BC-8F71-0765-F858AC2C8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0C409-61CC-3852-E0FB-6FB6080B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86D4C-677D-11F5-1C61-B9A696068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C8AAA-E14E-E36F-D114-191E68AA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80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A8CF5-4510-555A-82AD-5EB21C8AD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3BEAD-A80F-BF66-D05A-5014BA53F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BB15E-F23C-8E5F-521A-DBF706C658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51EAA-4430-49EA-98EF-3E50DC79C3D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8E7EF-E1E0-3A01-9AD7-74986C054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4D3CB-76FF-9560-7B75-6823CB927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7F017-FC47-435C-80D9-374A058A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3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F8AC86-66BF-F62F-7165-0672F1EBE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8" y="3066312"/>
            <a:ext cx="5291666" cy="3145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521E5C-DBBA-E1DC-20B1-0C2B84FC8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66311"/>
            <a:ext cx="5291667" cy="314584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C0A4DAE-BADD-51D2-D18D-DB892EB27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494" y="645843"/>
            <a:ext cx="10157012" cy="860995"/>
          </a:xfrm>
        </p:spPr>
        <p:txBody>
          <a:bodyPr>
            <a:normAutofit fontScale="90000"/>
          </a:bodyPr>
          <a:lstStyle/>
          <a:p>
            <a:r>
              <a:rPr lang="en-US" dirty="0"/>
              <a:t>Employee Engagement Dashboard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F3C66C6-C332-E098-C00A-8682A1809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5" y="1789697"/>
            <a:ext cx="9144000" cy="602409"/>
          </a:xfrm>
        </p:spPr>
        <p:txBody>
          <a:bodyPr/>
          <a:lstStyle/>
          <a:p>
            <a:r>
              <a:rPr lang="en-US" dirty="0"/>
              <a:t>Summary of results (n=180) • Nov 2025</a:t>
            </a:r>
          </a:p>
        </p:txBody>
      </p:sp>
    </p:spTree>
    <p:extLst>
      <p:ext uri="{BB962C8B-B14F-4D97-AF65-F5344CB8AC3E}">
        <p14:creationId xmlns:p14="http://schemas.microsoft.com/office/powerpoint/2010/main" val="2991637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Employee Engagement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2025-12-21T09:41:36Z</dcterms:created>
  <dcterms:modified xsi:type="dcterms:W3CDTF">2025-12-21T15:02:11Z</dcterms:modified>
</cp:coreProperties>
</file>